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4" r:id="rId4"/>
    <p:sldId id="275" r:id="rId5"/>
    <p:sldId id="276" r:id="rId6"/>
    <p:sldId id="269" r:id="rId7"/>
    <p:sldId id="270" r:id="rId8"/>
    <p:sldId id="258" r:id="rId9"/>
    <p:sldId id="259" r:id="rId10"/>
    <p:sldId id="260" r:id="rId11"/>
    <p:sldId id="261" r:id="rId12"/>
    <p:sldId id="265" r:id="rId13"/>
    <p:sldId id="266" r:id="rId14"/>
    <p:sldId id="273" r:id="rId15"/>
    <p:sldId id="263" r:id="rId16"/>
    <p:sldId id="271" r:id="rId17"/>
    <p:sldId id="272" r:id="rId18"/>
    <p:sldId id="264" r:id="rId19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27.05.2026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Complexité moyenne, mise en place d’un repository et centralisation du fonctionnement d’un tour</a:t>
            </a:r>
          </a:p>
          <a:p>
            <a:pPr lvl="2"/>
            <a:r>
              <a:rPr lang="fr-FR" dirty="0"/>
              <a:t>Coût plutôt faible, méthode d’application équivalente au traitement précédent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403" y="876706"/>
            <a:ext cx="5484637" cy="174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E4AE9-8521-404F-4864-A5A4AB492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5D3C-5912-3E90-A946-CC86D61E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02A46-2457-532A-99E2-0B7A78C64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9108"/>
            <a:ext cx="593373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D2 : Persistance d’un tour</a:t>
            </a:r>
            <a:endParaRPr lang="fr-FR" i="1" dirty="0"/>
          </a:p>
          <a:p>
            <a:pPr marL="457200" lvl="1" indent="0">
              <a:buNone/>
            </a:pPr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sauvegarde les résultats dans le repository malgré une déconnexion</a:t>
            </a:r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 </a:t>
            </a:r>
            <a:r>
              <a:rPr lang="fr-FR" dirty="0"/>
              <a:t>:</a:t>
            </a:r>
          </a:p>
          <a:p>
            <a:pPr lvl="2"/>
            <a:r>
              <a:rPr lang="fr-FR" dirty="0"/>
              <a:t>Complexité équivalente à la précédente, les 2 objectifs étant </a:t>
            </a:r>
            <a:r>
              <a:rPr lang="fr-FR" dirty="0" err="1"/>
              <a:t>co</a:t>
            </a:r>
            <a:r>
              <a:rPr lang="fr-FR" dirty="0"/>
              <a:t>-dépendant</a:t>
            </a:r>
          </a:p>
          <a:p>
            <a:pPr lvl="2"/>
            <a:r>
              <a:rPr lang="fr-FR" dirty="0"/>
              <a:t>Coût moyen, stockage de l’ensemble des données du serveur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2AF649-5032-8F7C-4E64-440D2D436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42" y="2077347"/>
            <a:ext cx="4623372" cy="309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15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Modifiabilité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027-468C-33F7-41AF-F5FA0926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3D1D0EA-95B7-C95A-E441-AE4DC24E6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355" y="764819"/>
            <a:ext cx="8461807" cy="572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9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25214" y="5213131"/>
            <a:ext cx="10405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279" y="0"/>
            <a:ext cx="113614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217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161" y="0"/>
            <a:ext cx="109076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24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42" y="1933904"/>
            <a:ext cx="10891115" cy="3802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  <a:p>
            <a:r>
              <a:rPr lang="fr-FR" sz="2200" i="1" dirty="0"/>
              <a:t>Implémentation moderne et sécurisée (DTO, Repository)</a:t>
            </a:r>
          </a:p>
          <a:p>
            <a:r>
              <a:rPr lang="fr-FR" sz="2200" i="1" dirty="0"/>
              <a:t>Concurrence réactive et fluide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  <a:p>
            <a:r>
              <a:rPr lang="fr-FR" sz="2200" i="1" dirty="0"/>
              <a:t>Absence de certaines options de jeu ( Rouge/Noir, Pair/Impair, 3 zones de cases, etc.)</a:t>
            </a:r>
          </a:p>
          <a:p>
            <a:r>
              <a:rPr lang="fr-FR" sz="2200" i="1" dirty="0"/>
              <a:t>Absence d’un historique des tirages précédent</a:t>
            </a:r>
          </a:p>
          <a:p>
            <a:endParaRPr lang="fr-FR" sz="2200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457</Words>
  <Application>Microsoft Office PowerPoint</Application>
  <PresentationFormat>Widescreen</PresentationFormat>
  <Paragraphs>92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ASAD : Jeu de roulette</vt:lpstr>
      <vt:lpstr>Introduction</vt:lpstr>
      <vt:lpstr>Securité</vt:lpstr>
      <vt:lpstr>Disponibilité</vt:lpstr>
      <vt:lpstr>Disponibilité</vt:lpstr>
      <vt:lpstr>Modifiabilité</vt:lpstr>
      <vt:lpstr>Diagrammes</vt:lpstr>
      <vt:lpstr>Diagramme de Usecase</vt:lpstr>
      <vt:lpstr>DFD</vt:lpstr>
      <vt:lpstr>Diagramme de Requirements</vt:lpstr>
      <vt:lpstr>Diagramme de composants</vt:lpstr>
      <vt:lpstr>PowerPoint Presentation</vt:lpstr>
      <vt:lpstr>PowerPoint Presentation</vt:lpstr>
      <vt:lpstr>Diagramme de classes</vt:lpstr>
      <vt:lpstr>Diagramme de déploiement</vt:lpstr>
      <vt:lpstr>Critiques</vt:lpstr>
      <vt:lpstr>Avantages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Bhama Steiger</cp:lastModifiedBy>
  <cp:revision>35</cp:revision>
  <dcterms:created xsi:type="dcterms:W3CDTF">2026-04-21T20:42:31Z</dcterms:created>
  <dcterms:modified xsi:type="dcterms:W3CDTF">2026-05-27T08:36:59Z</dcterms:modified>
</cp:coreProperties>
</file>