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9" autoAdjust="0"/>
    <p:restoredTop sz="94660"/>
  </p:normalViewPr>
  <p:slideViewPr>
    <p:cSldViewPr snapToGrid="0">
      <p:cViewPr>
        <p:scale>
          <a:sx n="75" d="100"/>
          <a:sy n="75" d="100"/>
        </p:scale>
        <p:origin x="43" y="3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04/22/2026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Architecture: Data </a:t>
            </a:r>
            <a:r>
              <a:rPr lang="fr-FR" dirty="0" err="1"/>
              <a:t>Centered</a:t>
            </a:r>
            <a:endParaRPr lang="fr-FR" dirty="0"/>
          </a:p>
          <a:p>
            <a:r>
              <a:rPr lang="fr-FR" dirty="0"/>
              <a:t>Jeu de roulette multijoueur</a:t>
            </a:r>
          </a:p>
          <a:p>
            <a:r>
              <a:rPr lang="fr-FR" dirty="0"/>
              <a:t>Les joueurs ont un intervalle de temps pour parier avant que le tirage du numéro gagnant soit fait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7BC83B2-1E85-3DE8-28CB-EEC0F20C52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1752" y="263387"/>
            <a:ext cx="5400421" cy="6331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31E676A1-39B9-2806-A677-B2E9665FA8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548" y="517100"/>
            <a:ext cx="8969221" cy="5823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8027-468C-33F7-41AF-F5FA0926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3D1D0EA-95B7-C95A-E441-AE4DC24E6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772" y="77363"/>
            <a:ext cx="9902456" cy="67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89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1273B49-EDCC-BD74-D5C2-A66BCC4F03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571" y="1792289"/>
            <a:ext cx="10640858" cy="445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blocs</a:t>
            </a:r>
            <a:endParaRPr lang="fr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89E930A-D959-FA9E-82AB-E2BB19F831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2107" y="1393275"/>
            <a:ext cx="6467785" cy="509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08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2F9334-8D35-9715-C0A0-0FA7393E94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141" y="1690688"/>
            <a:ext cx="11419718" cy="445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986E1F-A7CC-7FA2-ACD1-43D32C15A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55</Words>
  <Application>Microsoft Office PowerPoint</Application>
  <PresentationFormat>Grand écran</PresentationFormat>
  <Paragraphs>11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ASAD : Jeu de roulette</vt:lpstr>
      <vt:lpstr>Introduction</vt:lpstr>
      <vt:lpstr>Diagramme de Usecase</vt:lpstr>
      <vt:lpstr>DFD</vt:lpstr>
      <vt:lpstr>Présentation PowerPoint</vt:lpstr>
      <vt:lpstr>Diagramme de composants</vt:lpstr>
      <vt:lpstr>Diagramme de blocs</vt:lpstr>
      <vt:lpstr>Diagramme de déploiement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amirmouti4@gmail.com</cp:lastModifiedBy>
  <cp:revision>5</cp:revision>
  <dcterms:created xsi:type="dcterms:W3CDTF">2026-04-21T20:42:31Z</dcterms:created>
  <dcterms:modified xsi:type="dcterms:W3CDTF">2026-04-22T07:31:30Z</dcterms:modified>
</cp:coreProperties>
</file>