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>
        <p:scale>
          <a:sx n="89" d="100"/>
          <a:sy n="89" d="100"/>
        </p:scale>
        <p:origin x="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22/04/2026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Architecture: Data </a:t>
            </a:r>
            <a:r>
              <a:rPr lang="fr-FR" dirty="0" err="1"/>
              <a:t>Centered</a:t>
            </a:r>
            <a:endParaRPr lang="fr-FR" dirty="0"/>
          </a:p>
          <a:p>
            <a:r>
              <a:rPr lang="fr-FR" dirty="0"/>
              <a:t>Jeu de roulette multijoueur</a:t>
            </a:r>
          </a:p>
          <a:p>
            <a:r>
              <a:rPr lang="fr-FR" dirty="0"/>
              <a:t>Les joueurs ont un intervalle de temps pour parier avant que le tirage du numéro gagnant soit fait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7BC83B2-1E85-3DE8-28CB-EEC0F20C5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752" y="263387"/>
            <a:ext cx="5400421" cy="6331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1E676A1-39B9-2806-A677-B2E9665FA8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48" y="517100"/>
            <a:ext cx="8969221" cy="5823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355" y="764819"/>
            <a:ext cx="8461807" cy="57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1273B49-EDCC-BD74-D5C2-A66BCC4F0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571" y="1792289"/>
            <a:ext cx="10640858" cy="445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blocs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89E930A-D959-FA9E-82AB-E2BB19F831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107" y="1393275"/>
            <a:ext cx="6467785" cy="509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8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2F9334-8D35-9715-C0A0-0FA7393E94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41" y="1690688"/>
            <a:ext cx="11419718" cy="445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59</Words>
  <Application>Microsoft Office PowerPoint</Application>
  <PresentationFormat>Widescreen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ASAD : Jeu de roulette</vt:lpstr>
      <vt:lpstr>Introduction</vt:lpstr>
      <vt:lpstr>Diagramme de Usecase</vt:lpstr>
      <vt:lpstr>DFD</vt:lpstr>
      <vt:lpstr>Diagramme de Requirements</vt:lpstr>
      <vt:lpstr>Diagramme de composants</vt:lpstr>
      <vt:lpstr>Diagramme de blocs</vt:lpstr>
      <vt:lpstr>Diagramme de déploiement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Bhama Steiger</cp:lastModifiedBy>
  <cp:revision>9</cp:revision>
  <dcterms:created xsi:type="dcterms:W3CDTF">2026-04-21T20:42:31Z</dcterms:created>
  <dcterms:modified xsi:type="dcterms:W3CDTF">2026-04-22T07:52:02Z</dcterms:modified>
</cp:coreProperties>
</file>