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89" autoAdjust="0"/>
    <p:restoredTop sz="94660"/>
  </p:normalViewPr>
  <p:slideViewPr>
    <p:cSldViewPr snapToGrid="0">
      <p:cViewPr varScale="1">
        <p:scale>
          <a:sx n="89" d="100"/>
          <a:sy n="89" d="100"/>
        </p:scale>
        <p:origin x="84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FA33F-BBA3-A4F8-3900-05B57E09AB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6C56C-3565-BCA8-BE23-D0B505371A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E16E71-915C-E3E3-28EA-C972FF809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21/04/2026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41628A-C4F8-0564-564A-F563FB6E4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58AB00-0254-71FC-F89E-D53DAFFD0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95304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83EEB-1EE6-FF22-B890-1C3B484B1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30C81-BD44-C6E1-523C-9490B6E95D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5B2DC1-E0E1-B0AE-CCA6-AC368DC42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21/04/2026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FB530E-16C6-CCC4-EFA0-B7FC6D6119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6BEC2D-3E3A-DA83-C3B7-0D27A1304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613905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0D460-F978-1D6A-4F12-3DD842746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F6631F-0C5A-13D8-AB87-8D17951BF1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AD7FD0-F544-4360-18E5-BE609A37C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21/04/2026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E42F6-3FFE-2722-FAD2-AEBB5CB1F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18127D-0168-6710-ED93-1251051E9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4048207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BC1A0-798B-3C69-C703-8A5FF065B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E7C062-40C4-4FF1-E6F2-D841418D44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F1F8CB-A7D0-3744-A82C-50D58C75B5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1E438D-3D06-7224-E027-BAAC17BC1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21/04/2026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3C32CA-141E-12B3-555F-7E8055BAA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C7CFCF-A0D6-1087-7018-4083C751D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314810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59A08-1F24-6C4C-2FB4-AEF9BF1BD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37C8F3-D9DE-131C-9B23-68F92D5245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1A397-3FF8-8ECC-EBA1-DB7D33BC89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D7A027C-000B-88A2-EC01-68807D4526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F0F4D75-2B5C-E3A0-FD42-1E7B1AF82E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A82934-7E5A-7926-2EE4-1C6F42A5A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21/04/2026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B43801-1B42-6906-8908-1FE3C0D7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2B6C91-7117-2FDC-F6CE-8CF91E8F1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550145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5DC16-950C-2057-D402-AADD884E6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E2AA4D-AFC4-26DD-FEE7-878B6FB4F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21/04/2026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A7ECCD-6BAB-5BB7-2AF8-A64C22504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C901E3-4C7C-AF2E-66D4-3B17545DF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497526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933FC0-B268-FF07-3C5B-CA59E9092D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21/04/2026</a:t>
            </a:fld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8FA06D-050E-6B5C-A438-9B558A26F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F4673B-D996-2542-E527-523179D60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7697986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35FE8-8B31-F7BC-8BEE-4958CCB7E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D54E90-1AE5-EEC7-3887-3B2BC8AD1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C004E9-AD20-27A5-BC48-4DAFAA044B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A655A-F382-D0B3-A179-4CBFBB339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21/04/2026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7C4B25-D9D5-49EA-5786-E3EA500F9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E3C408-3946-245F-86C5-54B328544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9150486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2DC73-A139-4A31-30AC-CE73EA2F3B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780D55-F16B-AE05-22DB-DFF05AD727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576F7C-1E5B-5698-8166-F15126D8C5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EDF2DC-0FDC-C7D2-DAE6-671BD326F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21/04/2026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B81D13-E97F-375B-5DB0-46D1177EC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AB12DD-F1B1-966E-80DF-9187F4C4F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565412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D5CFF-E281-D245-F199-9AE1CD06B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0BC6A4-38FA-0C4C-B8A8-5F9B54EEA5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916B99-FBCE-5554-0CDA-119314F227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21/04/2026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43969E-F33F-ABE0-6CB2-5F60E4AF2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0BA389-8F15-DD52-EFE0-C474D7BDE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854504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E89595-CDA8-8527-777A-C3391937A8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96967F-A15A-5402-94DE-49E38CA475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29DC21-BEE8-452A-5350-E48D521649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21/04/2026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DC4353-3BBD-3A9F-869E-0C5A4ABC7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B500E7-AAB6-5141-8923-60DD62082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77171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F761935-1D7B-CE3E-B705-321737401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746D91-DB89-1C24-9DBB-7078BD5B1D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835361-7A75-1348-55B8-D8615D23A1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708B82-F97F-4828-9186-4C6AB2EFCAFD}" type="datetimeFigureOut">
              <a:rPr lang="en-CH" smtClean="0"/>
              <a:t>21/04/2026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0A2D53-3F67-3392-9E08-41551BED0D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67D2CB-B3F6-31D6-ED7B-48DB92D4C3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793388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E385B-7D95-602C-5141-2A75AE37B1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ASAD : Jeu de roulette</a:t>
            </a:r>
            <a:endParaRPr lang="en-CH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57C290-3A71-A5C2-6458-607ED19225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528898"/>
          </a:xfrm>
        </p:spPr>
        <p:txBody>
          <a:bodyPr/>
          <a:lstStyle/>
          <a:p>
            <a:r>
              <a:rPr lang="en-US" dirty="0"/>
              <a:t>Mouti Amir, N’dri Yao Anassa, Steiger Robin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6245132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CEE2A3-8F49-0A77-37F4-C59000C62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421140-814F-3C1E-7FBA-E8296874D3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962128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C0BBD-B33A-5BF5-1A3D-5D6F55E62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276657-7793-2DC8-98A8-DA72E82806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1483618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7B8CE-B221-F8E8-E3DF-09FDE7AF6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9CDD80-8EC1-C88F-4DBC-329A0D34A1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574465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B8027-468C-33F7-41AF-F5FA09262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0F1D50-6D7D-B73E-2D4B-5F26EA221C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8211897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14</Words>
  <Application>Microsoft Office PowerPoint</Application>
  <PresentationFormat>Widescreen</PresentationFormat>
  <Paragraphs>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ASAD : Jeu de roulette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Bhama Steiger</dc:creator>
  <cp:lastModifiedBy>Bhama Steiger</cp:lastModifiedBy>
  <cp:revision>1</cp:revision>
  <dcterms:created xsi:type="dcterms:W3CDTF">2026-04-21T20:42:31Z</dcterms:created>
  <dcterms:modified xsi:type="dcterms:W3CDTF">2026-04-21T21:46:04Z</dcterms:modified>
</cp:coreProperties>
</file>