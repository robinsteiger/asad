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4" r:id="rId4"/>
    <p:sldId id="275" r:id="rId5"/>
    <p:sldId id="276" r:id="rId6"/>
    <p:sldId id="269" r:id="rId7"/>
    <p:sldId id="270" r:id="rId8"/>
    <p:sldId id="258" r:id="rId9"/>
    <p:sldId id="259" r:id="rId10"/>
    <p:sldId id="277" r:id="rId11"/>
    <p:sldId id="261" r:id="rId12"/>
    <p:sldId id="273" r:id="rId13"/>
    <p:sldId id="263" r:id="rId14"/>
    <p:sldId id="271" r:id="rId15"/>
    <p:sldId id="272" r:id="rId16"/>
    <p:sldId id="265" r:id="rId17"/>
    <p:sldId id="264" r:id="rId18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73" d="100"/>
          <a:sy n="73" d="100"/>
        </p:scale>
        <p:origin x="82" y="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F80B0-8EF7-4B5C-A99C-A6E549D6FFBB}" type="datetimeFigureOut">
              <a:rPr lang="fr-CH" smtClean="0"/>
              <a:t>27.05.2026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48163-D5D4-4651-A954-E994903C76A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925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Seul changement: </a:t>
            </a:r>
            <a:r>
              <a:rPr lang="fr-FR" dirty="0" err="1"/>
              <a:t>game-storage.json</a:t>
            </a:r>
            <a:r>
              <a:rPr lang="fr-FR" dirty="0"/>
              <a:t> (pseudo DB)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48163-D5D4-4651-A954-E994903C76AF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7494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BF12-01CB-D324-E934-33F00DD3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7BF4-153D-CA42-89C5-5EDA17292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38B8316-3ABD-17BC-642C-1D81BA5AF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178" y="692092"/>
            <a:ext cx="9691644" cy="603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19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21" y="2442572"/>
            <a:ext cx="10181042" cy="355497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23A00E-7E6C-BEE3-CE36-55B30978D934}"/>
              </a:ext>
            </a:extLst>
          </p:cNvPr>
          <p:cNvSpPr txBox="1"/>
          <p:nvPr/>
        </p:nvSpPr>
        <p:spPr>
          <a:xfrm>
            <a:off x="665018" y="1637507"/>
            <a:ext cx="9892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 ajout du </a:t>
            </a:r>
            <a:r>
              <a:rPr lang="fr-FR" dirty="0" err="1"/>
              <a:t>game-storage.json</a:t>
            </a:r>
            <a:r>
              <a:rPr lang="fr-FR" dirty="0"/>
              <a:t> qui fait office de DB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39" t="36736"/>
          <a:stretch>
            <a:fillRect/>
          </a:stretch>
        </p:blipFill>
        <p:spPr>
          <a:xfrm>
            <a:off x="565266" y="1920240"/>
            <a:ext cx="5010160" cy="4322618"/>
          </a:xfrm>
          <a:prstGeom prst="rect">
            <a:avLst/>
          </a:prstGeom>
        </p:spPr>
      </p:pic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19" t="41576"/>
          <a:stretch>
            <a:fillRect/>
          </a:stretch>
        </p:blipFill>
        <p:spPr>
          <a:xfrm>
            <a:off x="6135148" y="1920240"/>
            <a:ext cx="5250873" cy="437560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51FE5C-088B-769B-4B78-A8957685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Démo: Chiffrement avant </a:t>
            </a:r>
            <a:r>
              <a:rPr lang="fr-FR"/>
              <a:t>- après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690456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486</Words>
  <Application>Microsoft Office PowerPoint</Application>
  <PresentationFormat>Grand écran</PresentationFormat>
  <Paragraphs>96</Paragraphs>
  <Slides>17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Diagramme de classes</vt:lpstr>
      <vt:lpstr>Diagramme de déploiement</vt:lpstr>
      <vt:lpstr>Critiques</vt:lpstr>
      <vt:lpstr>Avantages</vt:lpstr>
      <vt:lpstr>Démo: Chiffrement avant - après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38</cp:revision>
  <dcterms:created xsi:type="dcterms:W3CDTF">2026-04-21T20:42:31Z</dcterms:created>
  <dcterms:modified xsi:type="dcterms:W3CDTF">2026-05-27T09:13:43Z</dcterms:modified>
</cp:coreProperties>
</file>