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9" autoAdjust="0"/>
    <p:restoredTop sz="94660"/>
  </p:normalViewPr>
  <p:slideViewPr>
    <p:cSldViewPr snapToGrid="0">
      <p:cViewPr varScale="1">
        <p:scale>
          <a:sx n="73" d="100"/>
          <a:sy n="73" d="100"/>
        </p:scale>
        <p:origin x="82" y="4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Architecture: Data </a:t>
            </a:r>
            <a:r>
              <a:rPr lang="fr-FR" dirty="0" err="1"/>
              <a:t>Centered</a:t>
            </a:r>
            <a:endParaRPr lang="fr-FR" dirty="0"/>
          </a:p>
          <a:p>
            <a:r>
              <a:rPr lang="fr-FR" dirty="0"/>
              <a:t>Jeu de roulette multijoueur</a:t>
            </a:r>
          </a:p>
          <a:p>
            <a:r>
              <a:rPr lang="fr-FR" dirty="0"/>
              <a:t>Les joueurs ont un intervalle de temps pour parier avant que le tirage du numéro gagnant soit fait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027-468C-33F7-41AF-F5FA09262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3D1D0EA-95B7-C95A-E441-AE4DC24E6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355" y="764819"/>
            <a:ext cx="8461807" cy="572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25214" y="5213131"/>
            <a:ext cx="10405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279" y="0"/>
            <a:ext cx="113614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217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161" y="0"/>
            <a:ext cx="109076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24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0445" y="1496026"/>
            <a:ext cx="8811110" cy="4996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082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42" y="1933904"/>
            <a:ext cx="10891115" cy="3802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130</Words>
  <Application>Microsoft Office PowerPoint</Application>
  <PresentationFormat>Grand écran</PresentationFormat>
  <Paragraphs>29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ASAD : Jeu de roulette</vt:lpstr>
      <vt:lpstr>Introduction</vt:lpstr>
      <vt:lpstr>Diagramme de Usecase</vt:lpstr>
      <vt:lpstr>DFD</vt:lpstr>
      <vt:lpstr>Diagramme de Requirements</vt:lpstr>
      <vt:lpstr>Diagramme de composants</vt:lpstr>
      <vt:lpstr>Présentation PowerPoint</vt:lpstr>
      <vt:lpstr>Présentation PowerPoint</vt:lpstr>
      <vt:lpstr>Diagramme de classes</vt:lpstr>
      <vt:lpstr>Diagramme de déploiement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amirmouti4@gmail.com</cp:lastModifiedBy>
  <cp:revision>10</cp:revision>
  <dcterms:created xsi:type="dcterms:W3CDTF">2026-04-21T20:42:31Z</dcterms:created>
  <dcterms:modified xsi:type="dcterms:W3CDTF">2026-05-27T03:42:10Z</dcterms:modified>
</cp:coreProperties>
</file>